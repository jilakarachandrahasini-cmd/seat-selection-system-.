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5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9516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3200400"/>
            <a:ext cx="3657600" cy="3657600"/>
          </a:xfrm>
          <a:prstGeom prst="ellipse">
            <a:avLst/>
          </a:prstGeom>
          <a:solidFill>
            <a:srgbClr val="E8C9A0">
              <a:alpha val="60000"/>
            </a:srgbClr>
          </a:solidFill>
          <a:ln w="12700">
            <a:solidFill>
              <a:srgbClr val="E8C9A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7498080" y="-731520"/>
            <a:ext cx="3200400" cy="3200400"/>
          </a:xfrm>
          <a:prstGeom prst="ellipse">
            <a:avLst/>
          </a:prstGeom>
          <a:solidFill>
            <a:srgbClr val="F2E0C0">
              <a:alpha val="70000"/>
            </a:srgbClr>
          </a:solidFill>
          <a:ln w="12700">
            <a:solidFill>
              <a:srgbClr val="F2E0C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6858000" y="3474720"/>
            <a:ext cx="2286000" cy="2286000"/>
          </a:xfrm>
          <a:prstGeom prst="ellipse">
            <a:avLst/>
          </a:prstGeom>
          <a:solidFill>
            <a:srgbClr val="E8C9A0">
              <a:alpha val="50000"/>
            </a:srgbClr>
          </a:solidFill>
          <a:ln w="12700">
            <a:solidFill>
              <a:srgbClr val="E8C9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017520" y="320040"/>
            <a:ext cx="3108960" cy="384048"/>
          </a:xfrm>
          <a:prstGeom prst="roundRect">
            <a:avLst>
              <a:gd name="adj" fmla="val 23810"/>
            </a:avLst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017520" y="320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</a:rPr>
              <a:t>KLH UNIVERSITY  ·  FEDF (25CS1201E)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Secure seat selection</a:t>
            </a:r>
            <a:endParaRPr lang="en-US" sz="5200" dirty="0"/>
          </a:p>
        </p:txBody>
      </p:sp>
      <p:sp>
        <p:nvSpPr>
          <p:cNvPr id="8" name="Text 6"/>
          <p:cNvSpPr/>
          <p:nvPr/>
        </p:nvSpPr>
        <p:spPr>
          <a:xfrm>
            <a:off x="457200" y="18745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5200" dirty="0"/>
          </a:p>
        </p:txBody>
      </p:sp>
      <p:sp>
        <p:nvSpPr>
          <p:cNvPr id="9" name="Shape 7"/>
          <p:cNvSpPr/>
          <p:nvPr/>
        </p:nvSpPr>
        <p:spPr>
          <a:xfrm>
            <a:off x="3474720" y="2834640"/>
            <a:ext cx="2194560" cy="4572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Chandra Hasini</a:t>
            </a:r>
            <a:r>
              <a:rPr lang="en-US" sz="14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2520030086</a:t>
            </a:r>
            <a:r>
              <a:rPr lang="en-US" sz="14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R. Pravalika</a:t>
            </a:r>
            <a:r>
              <a:rPr lang="en-US" sz="14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–  2520030402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2344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12344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HTML5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26060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CSS3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9776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39776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JavaScript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3492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53492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jsPDF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720840" y="4160520"/>
            <a:ext cx="1188720" cy="320040"/>
          </a:xfrm>
          <a:prstGeom prst="roundRect">
            <a:avLst>
              <a:gd name="adj" fmla="val 22857"/>
            </a:avLst>
          </a:prstGeom>
          <a:solidFill>
            <a:srgbClr val="F2E0C0"/>
          </a:solidFill>
          <a:ln w="12700">
            <a:solidFill>
              <a:srgbClr val="C8773A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6720840" y="41605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7B4B2A"/>
                </a:solidFill>
              </a:rPr>
              <a:t>localStorage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  ·  Term III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F2E0C0">
              <a:alpha val="65000"/>
            </a:srgbClr>
          </a:solidFill>
          <a:ln w="12700">
            <a:solidFill>
              <a:srgbClr val="F2E0C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657600"/>
            <a:ext cx="2560320" cy="2560320"/>
          </a:xfrm>
          <a:prstGeom prst="ellipse">
            <a:avLst/>
          </a:prstGeom>
          <a:solidFill>
            <a:srgbClr val="E8C9A0">
              <a:alpha val="55000"/>
            </a:srgbClr>
          </a:solidFill>
          <a:ln w="12700">
            <a:solidFill>
              <a:srgbClr val="E8C9A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02920" y="1097280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seat selection System is a web-based application developed using HTML, CSS, and JavaScript to simplify airline ticket reservation processes. The system provides an interactive and user-friendly interface where users can select departure and destination cities, choose available flights, pick travel classes, and reserve seats through a visual seat layout.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423160"/>
            <a:ext cx="813816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features real-time seat selection, booking confirmation, payment simulation, PDF ticket generation via jsPDF, and booking history stored in localStorage. Booked seats are automatically marked unavailable to prevent double-booking, while dynamic flight filtering displays airlines, prices, and seating layouts based on user selections.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3703320"/>
            <a:ext cx="3886200" cy="347472"/>
          </a:xfrm>
          <a:prstGeom prst="roundRect">
            <a:avLst>
              <a:gd name="adj" fmla="val 26316"/>
            </a:avLst>
          </a:prstGeom>
          <a:solidFill>
            <a:srgbClr val="F2E0C0"/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502920" y="3703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Real-time Seat Selection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663440" y="3703320"/>
            <a:ext cx="3886200" cy="347472"/>
          </a:xfrm>
          <a:prstGeom prst="roundRect">
            <a:avLst>
              <a:gd name="adj" fmla="val 26316"/>
            </a:avLst>
          </a:prstGeom>
          <a:solidFill>
            <a:srgbClr val="F2E0C0"/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663440" y="37033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PDF Ticket Generation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3886200" cy="347472"/>
          </a:xfrm>
          <a:prstGeom prst="roundRect">
            <a:avLst>
              <a:gd name="adj" fmla="val 26316"/>
            </a:avLst>
          </a:prstGeom>
          <a:solidFill>
            <a:srgbClr val="F2E0C0"/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502920" y="4160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Payment Simulation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663440" y="4160520"/>
            <a:ext cx="3886200" cy="347472"/>
          </a:xfrm>
          <a:prstGeom prst="roundRect">
            <a:avLst>
              <a:gd name="adj" fmla="val 26316"/>
            </a:avLst>
          </a:prstGeom>
          <a:solidFill>
            <a:srgbClr val="F2E0C0"/>
          </a:solidFill>
          <a:ln w="12700">
            <a:solidFill>
              <a:srgbClr val="C8773A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663440" y="4160520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Booking History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200400" cy="3200400"/>
          </a:xfrm>
          <a:prstGeom prst="ellipse">
            <a:avLst/>
          </a:prstGeom>
          <a:solidFill>
            <a:srgbClr val="E8C9A0">
              <a:alpha val="55000"/>
            </a:srgbClr>
          </a:solidFill>
          <a:ln w="12700">
            <a:solidFill>
              <a:srgbClr val="E8C9A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02920" y="1097280"/>
            <a:ext cx="81381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just">
              <a:buNone/>
            </a:pPr>
            <a:r>
              <a:rPr lang="en-US" sz="13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seat selection platforms are complex, cluttered, and require external apps or backend services. Users face difficulty in selecting seats visually, generating tickets instantly, and managing bookings without a server. There is a clear need for a lightweight, browser-based flight reservation tool that delivers a complete booking experience using only front-end technologies.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2514600"/>
            <a:ext cx="2651760" cy="233172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6576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75488" y="31546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Visual Seat Selection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lack interactive seat maps; users cannot choose specific seats easily.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246120" y="2514600"/>
            <a:ext cx="2651760" cy="233172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324612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📄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55848" y="31546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Instant Tickets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383280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lightweight apps don't support on-the-spot PDF ticket generation without a backend.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126480" y="2514600"/>
            <a:ext cx="2651760" cy="2331720"/>
          </a:xfrm>
          <a:prstGeom prst="roundRect">
            <a:avLst>
              <a:gd name="adj" fmla="val 705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126480" y="2633472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236208" y="3154680"/>
            <a:ext cx="2432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Offline History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263640" y="3611880"/>
            <a:ext cx="2377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history is lost on page refresh without database support or local storage usage.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57200" y="4645152"/>
            <a:ext cx="8229600" cy="347472"/>
          </a:xfrm>
          <a:prstGeom prst="roundRect">
            <a:avLst>
              <a:gd name="adj" fmla="val 21053"/>
            </a:avLst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57200" y="46451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This Flight Booking System solves all three using pure HTML, CSS, JavaScript, and the jsPDF library.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931920"/>
          </a:xfrm>
          <a:prstGeom prst="roundRect">
            <a:avLst>
              <a:gd name="adj" fmla="val 4186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4A2C0A"/>
          </a:solidFill>
          <a:ln w="12700">
            <a:solidFill>
              <a:srgbClr val="4A2C0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Design (HTML &amp; CSS)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webpage structure, forms, buttons, and responsive layout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styling, animations, color themes, and UI components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backgrounds and glassmorphism card design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Modal-based payment windows for enhanced UX</a:t>
            </a:r>
            <a:endParaRPr lang="en-US" sz="115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CO1: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Declarative UI structuring &amp; component-driven layout thinking</a:t>
            </a:r>
            <a:endParaRPr lang="en-US" sz="1000" i="1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14800" cy="3931920"/>
          </a:xfrm>
          <a:prstGeom prst="roundRect">
            <a:avLst>
              <a:gd name="adj" fmla="val 4186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548640" cy="548640"/>
          </a:xfrm>
          <a:prstGeom prst="ellipse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Flight Selection &amp; Route Management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source &amp; destination city selection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flight filtering and flight details display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airlines, prices, and layouts per selection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931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CO2/CO3: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Modular JS functions &amp; reusable component-style UI blocks</a:t>
            </a:r>
            <a:endParaRPr lang="en-US" sz="1000" i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0" y="3200400"/>
            <a:ext cx="2560320" cy="2560320"/>
          </a:xfrm>
          <a:prstGeom prst="ellipse">
            <a:avLst/>
          </a:prstGeom>
          <a:solidFill>
            <a:srgbClr val="E8C9A0">
              <a:alpha val="60000"/>
            </a:srgbClr>
          </a:solidFill>
          <a:ln w="12700">
            <a:solidFill>
              <a:srgbClr val="E8C9A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114800" cy="3931920"/>
          </a:xfrm>
          <a:prstGeom prst="roundRect">
            <a:avLst>
              <a:gd name="adj" fmla="val 4186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A07850"/>
          </a:solidFill>
          <a:ln w="12700">
            <a:solidFill>
              <a:srgbClr val="A0785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Seat Booking System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7373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seat layout generation and seat selection mechanism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24688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Booked-seat restrictions and availability updates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200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double booking by marking reserved seats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3931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CO4: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Dynamic state updates &amp; seat-availability data architecture</a:t>
            </a:r>
            <a:endParaRPr lang="en-US" sz="1000" i="1" dirty="0"/>
          </a:p>
        </p:txBody>
      </p:sp>
      <p:sp>
        <p:nvSpPr>
          <p:cNvPr id="12" name="Shape 10"/>
          <p:cNvSpPr/>
          <p:nvPr/>
        </p:nvSpPr>
        <p:spPr>
          <a:xfrm>
            <a:off x="4709160" y="960120"/>
            <a:ext cx="4114800" cy="3931920"/>
          </a:xfrm>
          <a:prstGeom prst="roundRect">
            <a:avLst>
              <a:gd name="adj" fmla="val 4186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846320" y="1051560"/>
            <a:ext cx="548640" cy="548640"/>
          </a:xfrm>
          <a:prstGeom prst="ellipse">
            <a:avLst/>
          </a:prstGeom>
          <a:solidFill>
            <a:srgbClr val="D4A029"/>
          </a:solidFill>
          <a:ln w="12700">
            <a:solidFill>
              <a:srgbClr val="D4A02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4632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486400" y="10515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Payment &amp; Ticket Generation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73736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payment modal and booking confirmation process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846320" y="246888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ticket generation using the jsPDF library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46320" y="320040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D4A0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downloadable ticket after booking confirmation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846320" y="3931920"/>
            <a:ext cx="3749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CO5: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Controlled form inputs, validation pipeline &amp; error surfacing</a:t>
            </a:r>
            <a:endParaRPr lang="en-US" sz="100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2743200" cy="2743200"/>
          </a:xfrm>
          <a:prstGeom prst="ellipse">
            <a:avLst/>
          </a:prstGeom>
          <a:solidFill>
            <a:srgbClr val="F2E0C0">
              <a:alpha val="60000"/>
            </a:srgbClr>
          </a:solidFill>
          <a:ln w="12700">
            <a:solidFill>
              <a:srgbClr val="F2E0C0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Modules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1920240"/>
          </a:xfrm>
          <a:prstGeom prst="roundRect">
            <a:avLst>
              <a:gd name="adj" fmla="val 8571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548640" cy="548640"/>
          </a:xfrm>
          <a:prstGeom prst="ellipse">
            <a:avLst/>
          </a:prstGeom>
          <a:solidFill>
            <a:srgbClr val="5A8A5A"/>
          </a:solidFill>
          <a:ln w="12700">
            <a:solidFill>
              <a:srgbClr val="5A8A5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57200" y="1051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05156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Booking History &amp; Local Storage Management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2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storage of booking records using localStorage API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148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87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</a:t>
            </a:r>
            <a:r>
              <a:rPr lang="en-US" sz="12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booking history display and retrieval functionality</a:t>
            </a:r>
            <a:endParaRPr lang="en-US" sz="1200" dirty="0"/>
          </a:p>
          <a:p>
            <a:pPr marL="0" indent="0">
              <a:buNone/>
            </a:pPr>
            <a:r>
              <a:rPr lang="en-US" sz="1000" b="1" i="1" dirty="0">
                <a:solidFill>
                  <a:srgbClr val="C8773A"/>
                </a:solidFill>
                <a:latin typeface="Calibri" pitchFamily="34" charset="0"/>
              </a:rPr>
              <a:t>Course Mapping — CO6: </a:t>
            </a:r>
            <a:r>
              <a:rPr lang="en-US" sz="1000" i="1" dirty="0">
                <a:solidFill>
                  <a:srgbClr val="7B4B2A"/>
                </a:solidFill>
                <a:latin typeface="Calibri" pitchFamily="34" charset="0"/>
              </a:rPr>
              <a:t>Client-side data persistence &amp; production-readiness practices</a:t>
            </a:r>
            <a:endParaRPr lang="en-US" sz="1000" i="1" dirty="0"/>
          </a:p>
        </p:txBody>
      </p:sp>
      <p:sp>
        <p:nvSpPr>
          <p:cNvPr id="10" name="Text 8"/>
          <p:cNvSpPr/>
          <p:nvPr/>
        </p:nvSpPr>
        <p:spPr>
          <a:xfrm>
            <a:off x="457200" y="3063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Frameworks / Platforms / Software Used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65760" y="37033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Webpage structure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37033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38328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CSS3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 &amp; responsive design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0" y="370332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6400800" y="370332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logic &amp; interactivity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65760" y="43434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65760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jsPDF Library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ticket generation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83280" y="43434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83280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editor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0" y="4343400"/>
            <a:ext cx="2606040" cy="502920"/>
          </a:xfrm>
          <a:prstGeom prst="roundRect">
            <a:avLst>
              <a:gd name="adj" fmla="val 18182"/>
            </a:avLst>
          </a:prstGeom>
          <a:solidFill>
            <a:srgbClr val="F2E0C0"/>
          </a:solidFill>
          <a:ln w="12700">
            <a:solidFill>
              <a:srgbClr val="C8773A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6400800" y="4343400"/>
            <a:ext cx="2606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Chrome/Edge – </a:t>
            </a:r>
            <a:r>
              <a:rPr lang="en-US" sz="110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execution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F2E0C0">
              <a:alpha val="65000"/>
            </a:srgbClr>
          </a:solidFill>
          <a:ln w="12700">
            <a:solidFill>
              <a:srgbClr val="F2E0C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-731520" y="3657600"/>
            <a:ext cx="2286000" cy="2286000"/>
          </a:xfrm>
          <a:prstGeom prst="ellipse">
            <a:avLst/>
          </a:prstGeom>
          <a:solidFill>
            <a:srgbClr val="E8C9A0">
              <a:alpha val="55000"/>
            </a:srgbClr>
          </a:solidFill>
          <a:ln w="12700">
            <a:solidFill>
              <a:srgbClr val="E8C9A0">
                <a:alpha val="5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6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4069080" cy="1536192"/>
          </a:xfrm>
          <a:prstGeom prst="roundRect">
            <a:avLst>
              <a:gd name="adj" fmla="val 8929"/>
            </a:avLst>
          </a:prstGeom>
          <a:solidFill>
            <a:srgbClr val="4A2C0A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0292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✈️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24128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Front-End Booking System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E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Demonstrates a full seat selection reservation workflow — search, seat selection, payment, and ticket download — entirely in the browser.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069080" cy="1536192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9204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13248" y="1371600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Modern UI/UX Techniques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Glassmorphism cards, gradient backgrounds, responsive layouts, and animated modals deliver a polished user experience.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65760" y="2953512"/>
            <a:ext cx="4069080" cy="1536192"/>
          </a:xfrm>
          <a:prstGeom prst="roundRect">
            <a:avLst>
              <a:gd name="adj" fmla="val 8929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50292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💾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024128" y="30906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77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Persistent Client-Side Storage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547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localStorage API ensures booking history and seat data survive page refreshes without any backend or database.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754880" y="2953512"/>
            <a:ext cx="4069080" cy="1536192"/>
          </a:xfrm>
          <a:prstGeom prst="roundRect">
            <a:avLst>
              <a:gd name="adj" fmla="val 8929"/>
            </a:avLst>
          </a:prstGeom>
          <a:solidFill>
            <a:srgbClr val="4A2C0A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92040" y="3090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13248" y="3090672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4A0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3547872"/>
            <a:ext cx="3749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FEF3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extended with date selection, baggage options, flight comparison, real-time DB connectivity, and push notifications.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9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F2E0C0">
              <a:alpha val="70000"/>
            </a:srgbClr>
          </a:solidFill>
          <a:ln w="12700">
            <a:solidFill>
              <a:srgbClr val="F2E0C0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E8C9A0">
              <a:alpha val="65000"/>
            </a:srgbClr>
          </a:solidFill>
          <a:ln w="12700">
            <a:solidFill>
              <a:srgbClr val="E8C9A0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3657600" y="731520"/>
            <a:ext cx="2286000" cy="2286000"/>
          </a:xfrm>
          <a:prstGeom prst="ellipse">
            <a:avLst/>
          </a:prstGeom>
          <a:solidFill>
            <a:srgbClr val="E8C9A0">
              <a:alpha val="50000"/>
            </a:srgbClr>
          </a:solidFill>
          <a:ln w="12700">
            <a:solidFill>
              <a:srgbClr val="E8C9A0">
                <a:alpha val="50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4A2C0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514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7B4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 Booking System  ·  FEDF (25CS1201E)  ·  KLH University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0" y="3063240"/>
            <a:ext cx="2743200" cy="45720"/>
          </a:xfrm>
          <a:prstGeom prst="rect">
            <a:avLst/>
          </a:prstGeom>
          <a:solidFill>
            <a:srgbClr val="C8773A"/>
          </a:solidFill>
          <a:ln w="12700">
            <a:solidFill>
              <a:srgbClr val="C8773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645920" y="3383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164592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J. Chandra Hasini
</a:t>
            </a:r>
            <a:r>
              <a:rPr lang="en-US" sz="11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2520030086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937760" y="3383280"/>
            <a:ext cx="2651760" cy="777240"/>
          </a:xfrm>
          <a:prstGeom prst="roundRect">
            <a:avLst>
              <a:gd name="adj" fmla="val 14118"/>
            </a:avLst>
          </a:prstGeom>
          <a:solidFill>
            <a:srgbClr val="FDF3E3"/>
          </a:solidFill>
          <a:ln w="12700">
            <a:solidFill>
              <a:srgbClr val="E8C9A0"/>
            </a:solidFill>
            <a:prstDash val="solid"/>
          </a:ln>
          <a:effectLst>
            <a:outerShdw blurRad="101600" dist="38100" dir="2700000" algn="bl" rotWithShape="0">
              <a:srgbClr val="7B4B2A">
                <a:alpha val="12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937760" y="338328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4A2C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R. Pravalika
</a:t>
            </a:r>
            <a:r>
              <a:rPr lang="en-US" sz="1100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2520030402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A078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2025-26  ·  Term III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695</Words>
  <Application>Microsoft Office PowerPoint</Application>
  <PresentationFormat>On-screen Show (16:9)</PresentationFormat>
  <Paragraphs>94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Flight Booking System</dc:title>
  <dc:subject>PptxGenJS Presentation</dc:subject>
  <dc:creator>PptxGenJS</dc:creator>
  <cp:lastModifiedBy>chandra hasini</cp:lastModifiedBy>
  <cp:revision>2</cp:revision>
  <dcterms:created xsi:type="dcterms:W3CDTF">2026-06-19T08:25:25Z</dcterms:created>
  <dcterms:modified xsi:type="dcterms:W3CDTF">2026-06-19T09:16:35Z</dcterms:modified>
</cp:coreProperties>
</file>